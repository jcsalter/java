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07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CODING COURSE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and the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Calculation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second day with Scanner, decimal money, and the calculator's first real calculation.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August 18, 2026</a:t>
            </a:r>
            <a:endParaRPr lang="en-US" sz="1400" dirty="0"/>
          </a:p>
        </p:txBody>
      </p:sp>
      <p:pic>
        <p:nvPicPr>
          <p:cNvPr id="6" name="Image 0" descr="/home/claude/day2work/title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0"/>
            <a:ext cx="3154680" cy="5143500"/>
          </a:xfrm>
          <a:prstGeom prst="rect">
            <a:avLst/>
          </a:prstGeom>
        </p:spPr>
      </p:pic>
      <p:sp>
        <p:nvSpPr>
          <p:cNvPr id="7" name="Day2CompleteBadge">
            <a:extLst>
              <a:ext uri="{FF2B5EF4-FFF2-40B4-BE49-F238E27FC236}">
                <a16:creationId xmlns:a16="http://schemas.microsoft.com/office/drawing/2014/main" id="{33824240-FA11-4DA7-B125-88A342BD724B}"/>
              </a:ext>
            </a:extLst>
          </p:cNvPr>
          <p:cNvSpPr/>
          <p:nvPr/>
        </p:nvSpPr>
        <p:spPr>
          <a:xfrm>
            <a:off x="3764279" y="4394200"/>
            <a:ext cx="1905000" cy="330200"/>
          </a:xfrm>
          <a:prstGeom prst="roundRect">
            <a:avLst/>
          </a:prstGeom>
          <a:solidFill>
            <a:srgbClr val="A955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DAY 2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 AT A GLANCE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today takes you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83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END OF TODAY YOU CAN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835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text and numbers the user types, using Scanner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typed text into a real number with Double.parseDouble()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Declare and use double for money and decimal values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dollars with NumberFormat.getCurrencyInstance()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 the program's first real calculation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Evolve MemberBenefitsSummary to accept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48200" y="123444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SHAPE OF THE 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48200" y="1536700"/>
            <a:ext cx="50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8:30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56200" y="1536700"/>
            <a:ext cx="353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 — bring forward Day 1 folder, orientation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48200" y="2095500"/>
            <a:ext cx="50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8:45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56200" y="2095500"/>
            <a:ext cx="353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— why programs need input; Scanner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8200" y="2438400"/>
            <a:ext cx="50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9:45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56200" y="2438400"/>
            <a:ext cx="353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— double, decimal arithmetic, money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8200" y="2781300"/>
            <a:ext cx="50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10:30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56200" y="2781300"/>
            <a:ext cx="353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code — NumberFormat.getCurrencyInstance()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8200" y="3340100"/>
            <a:ext cx="50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56200" y="3340100"/>
            <a:ext cx="353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— live VisitCostDemo build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48200" y="3683000"/>
            <a:ext cx="50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12:30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56200" y="3683000"/>
            <a:ext cx="353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— VisitCostEstimate and CopayLookup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48200" y="4025900"/>
            <a:ext cx="50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2:00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56200" y="4025900"/>
            <a:ext cx="353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 and check — Scanner-specific errors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48200" y="4368800"/>
            <a:ext cx="50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2:40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56200" y="4368800"/>
            <a:ext cx="353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on your own — evolve MemberBenefitsSummary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BOUNDARY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Day 2 does not include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383280"/>
          </a:xfrm>
          <a:prstGeom prst="roundRect">
            <a:avLst>
              <a:gd name="adj" fmla="val 1622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42646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statements and decisions — that's next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Loops and repetition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Handling bad input gracefully — today's programs trust the user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Methods other than main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Classes, objects, and inheritance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3931920" cy="3383280"/>
          </a:xfrm>
          <a:prstGeom prst="roundRect">
            <a:avLst>
              <a:gd name="adj" fmla="val 1622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142646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ARE REACHING FOR THESE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73736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ahead of the lesson, not behind it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is still just Scanner, double, and one calculation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idea down — it has its own lesson coming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 more to do? Take a stretch goal, not new syntax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ANY NEW CODE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Continuing from Day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you wrote yesterday is thrown away. Today's folder starts by copying it forward.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16642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folder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6642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C:\JavaBasicsCourse\Day02\learning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20665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your Day 1 folder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0665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 Explorer window or the VS Code sidebar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496312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MemberBenefitsSummary.java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2468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Day01\learning into Day02\learning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898648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28712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Day02\learning in VS Code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28712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&gt; Open Folder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300984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120" y="32735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the tools still work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32735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-version and javac -version in the new terminal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9776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MemberBenefitsSummary.java continues into Day 2 — it's the one piece of the Benefits Estimate Calculator. HelloJava, WelcomeReport, and MemberWelcomeReport were practice files.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WHY INPUT MATTERS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hard-coded to real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68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value in yesterday's programs was typed directly into the source code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program isn't recompiled every time a number changes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the program asks, and the person running it answers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68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SCANNER OBJECT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505200"/>
            <a:ext cx="368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java.util.Scanner; above the class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one Scanner near the top of main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the same Scanner for every prompt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48200" y="1280160"/>
            <a:ext cx="3949700" cy="2946400"/>
          </a:xfrm>
          <a:prstGeom prst="roundRect">
            <a:avLst>
              <a:gd name="adj" fmla="val 1538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6000" y="1444752"/>
            <a:ext cx="3594100" cy="26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InputDemo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Scanner sc = new Scanner(System.in);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System.out.print("Enter your name: 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 = sc.nextLine();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System.out.println("Hello, " + name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"!");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SCANNER MECHANICS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text to number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02336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sc.nextLine() always returns a String, even when the person typed a number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doesn't know "84.50" is a number until you convert it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Double.parseDouble(someString) reads a String and returns a double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 the two calls together: double visitCost = Double.parseDouble(sc.nextLine());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280160"/>
            <a:ext cx="3840480" cy="2413000"/>
          </a:xfrm>
          <a:prstGeom prst="roundRect">
            <a:avLst>
              <a:gd name="adj" fmla="val 3000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6048" y="1444752"/>
            <a:ext cx="3438144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System.out.print("Enter visit cost: ");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visitCost =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Double.parseDouble(sc.nextLine());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copay = 25.0;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amountOwed = visitCost - copay;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59200"/>
            <a:ext cx="8046720" cy="1117600"/>
          </a:xfrm>
          <a:prstGeom prst="roundRect">
            <a:avLst>
              <a:gd name="adj" fmla="val 3636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3873500"/>
            <a:ext cx="7644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HONEST WARNING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300" y="4140200"/>
            <a:ext cx="75895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text isn't a valid number, Double.parseDouble() throws a NumberFormatException and the program crashes. We aren't catching that yet — Day 3 pokes at this on purpose, and Day 4 fixes it for good.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DOUBLE TYPE AND MONEY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what int can't say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 holds whole numbers only — no cents, no partial dollars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deductible of $1,500.00 or a copay of $27.50 needs a decimal point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holds decimal numbers — our type for money in this course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is not perfectly exact for money in large financial systems, but for this course it's the right tool — simple, and cleaned up on display by NumberFormat. Section 6 covers how a double gets its value from what the person typed.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56048" y="1444752"/>
            <a:ext cx="3438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copay = 25.0;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visitCost = 84.50;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amountOwed = visitCost - copay;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FORMATTING MONEY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NumberFormat.getCurrencyInstance()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java.text.NumberFormat; at the top of the file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formatter once: NumberFormat currency = NumberFormat.getCurrencyInstance();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currency.format(someDouble) for a display string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this starting today — every dollar amount from here forward goes through NumberFormat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280160"/>
            <a:ext cx="3840480" cy="3291840"/>
          </a:xfrm>
          <a:prstGeom prst="roundRect">
            <a:avLst>
              <a:gd name="adj" fmla="val 1667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6048" y="1444752"/>
            <a:ext cx="3438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java.text.NumberFormat;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 currency =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NumberFormat.getCurrencyInstance();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deductible =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Double.parseDouble(sc.nextLine());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System.out.println("Deductible: 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currency.format(deductible));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the person types 1500: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Deductible: $1,500.00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— FOLLOW ALONG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build VisitCostDemo together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1252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2527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VisitCostDemo.java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17099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the Scanner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7099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it, construct once at the top of main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2167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the member name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1671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sc.nextLine(), store in a String, print it back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2624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the visit cost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6243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sc.nextLine(), then Double.parseDouble(), store in a double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120" y="30815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the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081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NumberFormat, call .format(), print the result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256032" cy="256032"/>
          </a:xfrm>
          <a:prstGeom prst="ellipse">
            <a:avLst/>
          </a:prstGeom>
          <a:solidFill>
            <a:srgbClr val="A9552F"/>
          </a:solidFill>
          <a:ln/>
        </p:spPr>
        <p:txBody>
          <a:bodyPr/>
          <a:lstStyle/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50" b="1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0120" y="3538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it, fix 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35387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letters instead of a number, read the crash, restore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and run after every single checkpoint. Small steps make the error message point at the line you just typed.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IT ON PURPOSE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Errors are instructions, not failures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587752" cy="2788920"/>
          </a:xfrm>
          <a:prstGeom prst="roundRect">
            <a:avLst>
              <a:gd name="adj" fmla="val 2120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import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JAVA SAYS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find symbol: class Scanner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the import but keep using Scanner.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27832" y="1280160"/>
            <a:ext cx="2587752" cy="2788920"/>
          </a:xfrm>
          <a:prstGeom prst="roundRect">
            <a:avLst>
              <a:gd name="adj" fmla="val 2120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0712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Skipped conversion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410712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JAVA SAYS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0712" y="208483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incompatible types: String cannot be converted to double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283464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sc.nextLine() straight to a double, no parseDouble().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52744" y="1280160"/>
            <a:ext cx="2587752" cy="2788920"/>
          </a:xfrm>
          <a:prstGeom prst="roundRect">
            <a:avLst>
              <a:gd name="adj" fmla="val 2120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35624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 number text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135624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JAVA SAYS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35624" y="208483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NumberFormatException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35624" y="283464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letters like abc at the cost prompt — this is Day 3's crash.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LOOP, EVERY TIME:  Read the message → find the line number → change that one thing → compile again.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 — BUILD IT YOURSELF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VisitCostEstimate, from a blank file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474720"/>
          </a:xfrm>
          <a:prstGeom prst="roundRect">
            <a:avLst>
              <a:gd name="adj" fmla="val 1579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38074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CHECKPOINTS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from an empty VisitCostEstimate.java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Scanner and NumberFormat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Declare a Scanner and a NumberFormat currency instance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planName (String) with sc.nextLine()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visitCost (double) with sc.nextLine() + Double.parseDouble()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a labeled line for the plan name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a labeled line for the visit cost, formatted as currency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3931920" cy="3474720"/>
          </a:xfrm>
          <a:prstGeom prst="roundRect">
            <a:avLst>
              <a:gd name="adj" fmla="val 1579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138074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DONE WHEN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compiles and runs with no file-extension errors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plan name prints exactly as typed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visit cost shows a dollar sign, comma if needed, two decimals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explain what Double.parseDouble() is doing, in your own words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— NO STARTER, NO ANSWER KEY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CopayLookup, on your 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474720"/>
          </a:xfrm>
          <a:prstGeom prst="roundRect">
            <a:avLst>
              <a:gd name="adj" fmla="val 1579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38074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CopayLookup.java from a blank file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a plan name (String) with sc.nextLine()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a copay amount (double) with sc.nextLine() + Double.parseDouble()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one sentence combining both, copay formatted as currency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and run it — diagnose any error yourself first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3931920" cy="3474720"/>
          </a:xfrm>
          <a:prstGeom prst="roundRect">
            <a:avLst>
              <a:gd name="adj" fmla="val 1579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138074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7373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copay for Blue Choice Training Plan is $25.00.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42316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ungraded — it shows whether the pattern is sticking.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Stuck for more than five minutes? Raise your hand.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Finished early? Look up a second plan and print both.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AFTERNOON PROJECT — 2:40 TO 5:00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Evolve MemberBenefitsSummary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ARE BUILDING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file you finished on Day 1, copied forward this morning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it stops hard-coding the deductible — it asks for it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also asks for the amount already paid, then calculates what remains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first calculation in the Benefits Estimate Calculator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you practiced today has to work together, unprompted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report keeps every Day 1 line — header, divider, closing sentence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Tomorrow this same program does more math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file — Day 3 opens it again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SPECIFICATION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and sample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657600"/>
          </a:xfrm>
          <a:prstGeom prst="roundRect">
            <a:avLst>
              <a:gd name="adj" fmla="val 1579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38074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25600"/>
            <a:ext cx="352044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50"/>
              </a:spcAft>
              <a:buSzPct val="100000"/>
              <a:buChar char="•"/>
            </a:pPr>
            <a:r>
              <a:rPr lang="en-US" sz="11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every Day 1 String and int declaration exactly as they were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550"/>
              </a:spcAft>
              <a:buSzPct val="100000"/>
              <a:buChar char="•"/>
            </a:pPr>
            <a:r>
              <a:rPr lang="en-US" sz="11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Scanner and NumberFormat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550"/>
              </a:spcAft>
              <a:buSzPct val="100000"/>
              <a:buChar char="•"/>
            </a:pPr>
            <a:r>
              <a:rPr lang="en-US" sz="11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the hard-coded deductible with a prompted double: deductibleDollars, via sc.nextLine() + Double.parseDouble()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550"/>
              </a:spcAft>
              <a:buSzPct val="100000"/>
              <a:buChar char="•"/>
            </a:pPr>
            <a:r>
              <a:rPr lang="en-US" sz="11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new prompted double the same way: amountPaidThisYear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550"/>
              </a:spcAft>
              <a:buSzPct val="100000"/>
              <a:buChar char="•"/>
            </a:pPr>
            <a:r>
              <a:rPr lang="en-US" sz="11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remainingDeductible = deductibleDollars − amountPaidThisYear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550"/>
              </a:spcAft>
              <a:buSzPct val="100000"/>
              <a:buChar char="•"/>
            </a:pPr>
            <a:r>
              <a:rPr lang="en-US" sz="11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all three dollar amounts formatted as currency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550"/>
              </a:spcAft>
              <a:buSzPct val="100000"/>
              <a:buChar char="•"/>
            </a:pPr>
            <a:r>
              <a:rPr lang="en-US" sz="11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header, divider, and closing sentence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3931920" cy="3657600"/>
          </a:xfrm>
          <a:prstGeom prst="roundRect">
            <a:avLst>
              <a:gd name="adj" fmla="val 1579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138074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THIS SAMPLE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7373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Deductible: 1500.00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paid so far: 375.50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remaining: $1,124.50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28803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invent your own — fictional data only. Never use a real member, plan, or claim.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SPEND THE TIME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milestones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47672" cy="2880360"/>
          </a:xfrm>
          <a:prstGeom prst="roundRect">
            <a:avLst>
              <a:gd name="adj" fmla="val 2817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2:40 – 3:15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it forward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 file copied into today's folder, compiles and runs unchanged.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42032" y="1280160"/>
            <a:ext cx="1947672" cy="2880360"/>
          </a:xfrm>
          <a:prstGeom prst="roundRect">
            <a:avLst>
              <a:gd name="adj" fmla="val 2817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79192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3:15 – 4:00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79192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input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679192" y="228600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Scanner and NumberFormat imported; deductible and amount paid prompted for.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1280160"/>
            <a:ext cx="1947672" cy="2880360"/>
          </a:xfrm>
          <a:prstGeom prst="roundRect">
            <a:avLst>
              <a:gd name="adj" fmla="val 2817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4:00 – 4:40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4024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 and format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764024" y="228600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Remaining deductible calculated; all three amounts print as currency.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11696" y="1280160"/>
            <a:ext cx="1947672" cy="2880360"/>
          </a:xfrm>
          <a:prstGeom prst="roundRect">
            <a:avLst>
              <a:gd name="adj" fmla="val 2817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8856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4:40 – 5:00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48856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and save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848856" y="228600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once clean with the sample values, then save for Day 3.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at your own pace, but check yourself against these four marks. I circulate the whole time — flag me early rather than stalling.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CALL IT DONE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 check and stretch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474720"/>
          </a:xfrm>
          <a:prstGeom prst="roundRect">
            <a:avLst>
              <a:gd name="adj" fmla="val 1579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38074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ACCEPTANCE CHECK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file name and public class name still match: MemberBenefitsSummary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compiles with no errors and produces a .class file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dollar amount shows a dollar sign, comma, two decimals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remaining deductible is calculated, not typed in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Day 1 line still appears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explain every new line out loud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3931920" cy="3474720"/>
          </a:xfrm>
          <a:prstGeom prst="roundRect">
            <a:avLst>
              <a:gd name="adj" fmla="val 1579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138074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FINISHED EARLY? STRETCH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and print a monthly premium, formatted as currency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second calculation: total spent including a prompted copay total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the remaining deductible as a full closing sentence, not just a labeled line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33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AND CLOSE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you are, and where we go next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LEAVE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Day 2 folder holds VisitCostDemo, VisitCostEstimate, CopayLookup, and MemberBenefitsSummary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MemberBenefitsSummary now asks for the deductible and amount paid, and calculates what remains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explain what Double.parseDouble() does, and why sc.nextLine() alone isn't enough for a number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234440"/>
            <a:ext cx="3931920" cy="3474720"/>
          </a:xfrm>
          <a:prstGeom prst="roundRect">
            <a:avLst>
              <a:gd name="adj" fmla="val 1579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00600" y="14173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TOMORROW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6916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3: more math, and a crash left on purpose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0060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calculator takes on more arithmetic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program you wrote today will crash on non-numeric input — you saw why in Section 7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Tomorrow's program pokes at that crash on purpose, and it stays that way until Day 4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every file from today</a:t>
            </a:r>
            <a:endParaRPr lang="en-US" sz="1250" dirty="0"/>
          </a:p>
        </p:txBody>
      </p:sp>
      <p:sp>
        <p:nvSpPr>
          <p:cNvPr id="10" name="Day2CompleteBadge">
            <a:extLst>
              <a:ext uri="{FF2B5EF4-FFF2-40B4-BE49-F238E27FC236}">
                <a16:creationId xmlns:a16="http://schemas.microsoft.com/office/drawing/2014/main" id="{AF0181EB-399A-4EBE-B4B2-827C48297363}"/>
              </a:ext>
            </a:extLst>
          </p:cNvPr>
          <p:cNvSpPr/>
          <p:nvPr/>
        </p:nvSpPr>
        <p:spPr>
          <a:xfrm>
            <a:off x="6692900" y="330200"/>
            <a:ext cx="1905000" cy="330200"/>
          </a:xfrm>
          <a:prstGeom prst="roundRect">
            <a:avLst/>
          </a:prstGeom>
          <a:solidFill>
            <a:srgbClr val="A955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DAY 2 COMPLETE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 REFERENCE — NOT FOR DISTRIBUTION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Keys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914400" cy="18288"/>
          </a:xfrm>
          <a:prstGeom prst="rect">
            <a:avLst/>
          </a:prstGeom>
          <a:solidFill>
            <a:srgbClr val="1F3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Known-good versions of every Day 2 exercise and the afternoon project.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hidden until students have tried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23560" y="0"/>
            <a:ext cx="18288" cy="5143500"/>
          </a:xfrm>
          <a:prstGeom prst="rect">
            <a:avLst/>
          </a:prstGeom>
          <a:solidFill>
            <a:srgbClr val="1F35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ay2work/title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0"/>
            <a:ext cx="352044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KEY — 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VisitCostDemo.java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Known-good version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22400"/>
            <a:ext cx="8138160" cy="3505200"/>
          </a:xfrm>
          <a:prstGeom prst="roundRect">
            <a:avLst>
              <a:gd name="adj" fmla="val 1644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574800"/>
            <a:ext cx="7735824" cy="322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java.text.NumberFormat;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VisitCostDemo 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NumberFormat currency = NumberFormat.getCurrencyInstance();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System.out.print("Enter member name: 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memberName = sc.nextLine();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System.out.print("Enter visit cost: 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visitCost = Double.parseDouble(sc.nextLine());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System.out.println("Member: " + memberName);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System.out.println("Visit cost: " + currency.format(visitCost));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KEY — GUIDED EXERCISE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VisitCostEstimate.java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Known-good version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22400"/>
            <a:ext cx="8138160" cy="3505200"/>
          </a:xfrm>
          <a:prstGeom prst="roundRect">
            <a:avLst>
              <a:gd name="adj" fmla="val 1644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574800"/>
            <a:ext cx="7735824" cy="322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java.text.NumberFormat;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VisitCostEstimate 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NumberFormat currency = NumberFormat.getCurrencyInstance();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System.out.print("Enter plan name: 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planName = sc.nextLine();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System.out.print("Enter visit cost: 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visitCost = Double.parseDouble(sc.nextLine());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System.out.println("Plan: " + planName);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System.out.println("Visit cost: " + currency.format(visitCost));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KEY — CHECKPOINT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CopayLookup.java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Known-good version — output: The copay for Blue Choice Training Plan is $25.00.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22400"/>
            <a:ext cx="8138160" cy="3505200"/>
          </a:xfrm>
          <a:prstGeom prst="roundRect">
            <a:avLst>
              <a:gd name="adj" fmla="val 1644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574800"/>
            <a:ext cx="7735824" cy="322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java.text.NumberFormat;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CopayLookup 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NumberFormat currency = NumberFormat.getCurrencyInstance();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System.out.print("Enter plan name: 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planName = sc.nextLine();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System.out.print("Enter copay amount: 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copayAmount = Double.parseDouble(sc.nextLine());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System.out.println("The copay for " + planName + " is "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+ currency.format(copayAmount) + ".");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KEY — PROJECT, PART 1 OF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MemberBenefitsSummary.java — setup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Imports, Scanner and NumberFormat, and the eight Day 1 declarations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22400"/>
            <a:ext cx="8138160" cy="3505200"/>
          </a:xfrm>
          <a:prstGeom prst="roundRect">
            <a:avLst>
              <a:gd name="adj" fmla="val 1644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574800"/>
            <a:ext cx="7735824" cy="322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java.text.NumberFormat;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MemberBenefitsSummary 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NumberFormat currency = NumberFormat.getCurrencyInstance();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Member identity (unchanged from Day 1)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memberName = "Avery Chen";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memberId = "MBR-TRAIN-88214";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planName = "Blue Choice Training Plan";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effectiveDate = "January 1, 2026";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Plan facts (unchanged from Day 1)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groupNumber = 41027;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planYear = 2026;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visitsUsed = 4;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95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KEY — PROJECT, PART 2 OF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MemberBenefitsSummary.java — output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for Day 2: prompted deductible, prompted payment, and the first calculation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22400"/>
            <a:ext cx="8138160" cy="3505200"/>
          </a:xfrm>
          <a:prstGeom prst="roundRect">
            <a:avLst>
              <a:gd name="adj" fmla="val 1644"/>
            </a:avLst>
          </a:prstGeom>
          <a:solidFill>
            <a:srgbClr val="F5EFE2"/>
          </a:solidFill>
          <a:ln w="9525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574800"/>
            <a:ext cx="7735824" cy="322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New for Day 2: money the program asks for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System.out.print("Enter the plan deductible: 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deductibleDollars = Double.parseDouble(sc.nextLine());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System.out.print("Enter amount paid toward the deductible: 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amountPaidThisYear = Double.parseDouble(sc.nextLine());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New for Day 2: the first real calculation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remainingDeductible = deductibleDollars - amountPaidThisYear;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System.out.println("MEMBER BENEFITS SUMMARY");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System.out.println("-----------------------");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System.out.println("Deductible: " + currency.format(deductibleDollars));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System.out.println("Paid so far: " + currency.format(amountPaidThisYear));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System.out.println("Remaining: " + currency.format(remainingDeductible));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System.out.println(memberName + " is enrolled for " + planYear + ".");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F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  <wetp:taskpane dockstate="right" visibility="0" width="87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9B5B71D-245D-48C4-A6AA-39DC8F203A7C}">
  <we:reference id="wa200010725" version="1.0.0.1" store="en-US" storeType="OMEX"/>
  <we:alternateReferences>
    <we:reference id="WA200010725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CA2F020-E6EA-42A2-BDD8-1C2504FD799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3cc3de9-6c00-4140-96b9-4935538aa6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2759</Words>
  <Application>Microsoft Office PowerPoint</Application>
  <PresentationFormat>On-screen Show (16:9)</PresentationFormat>
  <Paragraphs>393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Jeff Salter</cp:lastModifiedBy>
  <cp:revision>3</cp:revision>
  <dcterms:created xsi:type="dcterms:W3CDTF">2026-08-15T21:19:44Z</dcterms:created>
  <dcterms:modified xsi:type="dcterms:W3CDTF">2026-08-15T21:47:50Z</dcterms:modified>
</cp:coreProperties>
</file>